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240000" cy="1800000"/>
  <p:notesSz cx="1800000" cy="324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10716" y="708660"/>
            <a:ext cx="1344168" cy="912114"/>
          </a:xfrm>
          <a:custGeom>
            <a:avLst/>
            <a:gdLst/>
            <a:ahLst/>
            <a:cxnLst/>
            <a:rect l="l" t="t" r="r" b="b"/>
            <a:pathLst>
              <a:path w="1344168" h="912114">
                <a:moveTo>
                  <a:pt x="0" y="0"/>
                </a:moveTo>
                <a:cubicBezTo>
                  <a:pt x="336042" y="0"/>
                  <a:pt x="504063" y="720090"/>
                  <a:pt x="672084" y="912114"/>
                </a:cubicBezTo>
                <a:cubicBezTo>
                  <a:pt x="840105" y="720090"/>
                  <a:pt x="1008126" y="0"/>
                  <a:pt x="1344168" y="0"/>
                </a:cubicBezTo>
              </a:path>
            </a:pathLst>
          </a:custGeom>
          <a:noFill/>
          <a:ln w="134417">
            <a:solidFill>
              <a:srgbClr val="1E2A4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02740" y="1044702"/>
            <a:ext cx="960120" cy="672084"/>
          </a:xfrm>
          <a:custGeom>
            <a:avLst/>
            <a:gdLst/>
            <a:ahLst/>
            <a:cxnLst/>
            <a:rect l="l" t="t" r="r" b="b"/>
            <a:pathLst>
              <a:path w="960120" h="672084">
                <a:moveTo>
                  <a:pt x="0" y="0"/>
                </a:moveTo>
                <a:cubicBezTo>
                  <a:pt x="216027" y="0"/>
                  <a:pt x="336042" y="456057"/>
                  <a:pt x="480060" y="672084"/>
                </a:cubicBezTo>
                <a:cubicBezTo>
                  <a:pt x="624078" y="456057"/>
                  <a:pt x="744093" y="0"/>
                  <a:pt x="960120" y="0"/>
                </a:cubicBezTo>
              </a:path>
            </a:pathLst>
          </a:custGeom>
          <a:noFill/>
          <a:ln w="96012">
            <a:solidFill>
              <a:srgbClr val="1E2A45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86788" y="1812798"/>
            <a:ext cx="192024" cy="192024"/>
          </a:xfrm>
          <a:prstGeom prst="ellipse">
            <a:avLst/>
          </a:prstGeom>
          <a:solidFill>
            <a:srgbClr val="1E2A45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219456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1E2A45"/>
          </a:solidFill>
          <a:ln/>
        </p:spPr>
      </p:sp>
      <p:sp>
        <p:nvSpPr>
          <p:cNvPr id="6" name="Shape 4"/>
          <p:cNvSpPr/>
          <p:nvPr/>
        </p:nvSpPr>
        <p:spPr>
          <a:xfrm>
            <a:off x="341766" y="400873"/>
            <a:ext cx="285732" cy="193889"/>
          </a:xfrm>
          <a:custGeom>
            <a:avLst/>
            <a:gdLst/>
            <a:ahLst/>
            <a:cxnLst/>
            <a:rect l="l" t="t" r="r" b="b"/>
            <a:pathLst>
              <a:path w="285732" h="193889">
                <a:moveTo>
                  <a:pt x="0" y="0"/>
                </a:moveTo>
                <a:cubicBezTo>
                  <a:pt x="71433" y="0"/>
                  <a:pt x="107149" y="153071"/>
                  <a:pt x="142866" y="193889"/>
                </a:cubicBezTo>
                <a:cubicBezTo>
                  <a:pt x="178582" y="153071"/>
                  <a:pt x="214299" y="0"/>
                  <a:pt x="285732" y="0"/>
                </a:cubicBezTo>
              </a:path>
            </a:pathLst>
          </a:custGeom>
          <a:noFill/>
          <a:ln w="32655">
            <a:solidFill>
              <a:srgbClr val="8FC1E0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2585" y="472306"/>
            <a:ext cx="204094" cy="142866"/>
          </a:xfrm>
          <a:custGeom>
            <a:avLst/>
            <a:gdLst/>
            <a:ahLst/>
            <a:cxnLst/>
            <a:rect l="l" t="t" r="r" b="b"/>
            <a:pathLst>
              <a:path w="204094" h="142866">
                <a:moveTo>
                  <a:pt x="0" y="0"/>
                </a:moveTo>
                <a:cubicBezTo>
                  <a:pt x="45921" y="0"/>
                  <a:pt x="71433" y="96945"/>
                  <a:pt x="102047" y="142866"/>
                </a:cubicBezTo>
                <a:cubicBezTo>
                  <a:pt x="132661" y="96945"/>
                  <a:pt x="158173" y="0"/>
                  <a:pt x="204094" y="0"/>
                </a:cubicBezTo>
              </a:path>
            </a:pathLst>
          </a:custGeom>
          <a:noFill/>
          <a:ln w="22450">
            <a:solidFill>
              <a:srgbClr val="8FC1E0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3404" y="538636"/>
            <a:ext cx="122456" cy="91842"/>
          </a:xfrm>
          <a:custGeom>
            <a:avLst/>
            <a:gdLst/>
            <a:ahLst/>
            <a:cxnLst/>
            <a:rect l="l" t="t" r="r" b="b"/>
            <a:pathLst>
              <a:path w="122456" h="91842">
                <a:moveTo>
                  <a:pt x="0" y="0"/>
                </a:moveTo>
                <a:cubicBezTo>
                  <a:pt x="30614" y="0"/>
                  <a:pt x="45921" y="51024"/>
                  <a:pt x="61228" y="91842"/>
                </a:cubicBezTo>
                <a:cubicBezTo>
                  <a:pt x="76535" y="51024"/>
                  <a:pt x="91842" y="0"/>
                  <a:pt x="122456" y="0"/>
                </a:cubicBezTo>
              </a:path>
            </a:pathLst>
          </a:custGeom>
          <a:noFill/>
          <a:ln w="18368">
            <a:solidFill>
              <a:srgbClr val="8FC1E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264" y="382504"/>
            <a:ext cx="36737" cy="36737"/>
          </a:xfrm>
          <a:prstGeom prst="ellipse">
            <a:avLst/>
          </a:prstGeom>
          <a:solidFill>
            <a:srgbClr val="8FC1E0">
              <a:alpha val="9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86968" y="2377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E2A4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VAGUADA</a:t>
            </a:r>
            <a:pPr indent="0" marL="0">
              <a:buNone/>
            </a:pPr>
            <a:r>
              <a:rPr lang="en-US" sz="700" dirty="0">
                <a:solidFill>
                  <a:srgbClr val="3B6FA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●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530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00" b="1" dirty="0">
                <a:solidFill>
                  <a:srgbClr val="1E2A4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SOLUCIONES AMBIENTALES PARA INDUSTRIAS E INSTITUCIONES.</a:t>
            </a:r>
            <a:endParaRPr lang="en-US" sz="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" y="1108253"/>
            <a:ext cx="91440" cy="9144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65760" y="1097280"/>
            <a:ext cx="2651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4B57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contacto@vaguada.com</a:t>
            </a:r>
            <a:endParaRPr lang="en-US" sz="6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1989"/>
            <a:ext cx="91440" cy="914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5760" y="1271016"/>
            <a:ext cx="2651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4B57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+54 3804 49-4798</a:t>
            </a:r>
            <a:endParaRPr lang="en-US" sz="6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455725"/>
            <a:ext cx="91440" cy="914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65760" y="1444752"/>
            <a:ext cx="2651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4B57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 Rioja y Provincias Aledañas, Argentina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48460" y="570132"/>
            <a:ext cx="960120" cy="651510"/>
          </a:xfrm>
          <a:custGeom>
            <a:avLst/>
            <a:gdLst/>
            <a:ahLst/>
            <a:cxnLst/>
            <a:rect l="l" t="t" r="r" b="b"/>
            <a:pathLst>
              <a:path w="960120" h="651510">
                <a:moveTo>
                  <a:pt x="0" y="0"/>
                </a:moveTo>
                <a:cubicBezTo>
                  <a:pt x="240030" y="0"/>
                  <a:pt x="360045" y="514350"/>
                  <a:pt x="480060" y="651510"/>
                </a:cubicBezTo>
                <a:cubicBezTo>
                  <a:pt x="600075" y="514350"/>
                  <a:pt x="720090" y="0"/>
                  <a:pt x="960120" y="0"/>
                </a:cubicBezTo>
              </a:path>
            </a:pathLst>
          </a:custGeom>
          <a:noFill/>
          <a:ln w="96012">
            <a:solidFill>
              <a:srgbClr val="8FC1E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85620" y="810162"/>
            <a:ext cx="685800" cy="480060"/>
          </a:xfrm>
          <a:custGeom>
            <a:avLst/>
            <a:gdLst/>
            <a:ahLst/>
            <a:cxnLst/>
            <a:rect l="l" t="t" r="r" b="b"/>
            <a:pathLst>
              <a:path w="685800" h="480060">
                <a:moveTo>
                  <a:pt x="0" y="0"/>
                </a:moveTo>
                <a:cubicBezTo>
                  <a:pt x="154305" y="0"/>
                  <a:pt x="240030" y="325755"/>
                  <a:pt x="342900" y="480060"/>
                </a:cubicBezTo>
                <a:cubicBezTo>
                  <a:pt x="445770" y="325755"/>
                  <a:pt x="531495" y="0"/>
                  <a:pt x="685800" y="0"/>
                </a:cubicBezTo>
              </a:path>
            </a:pathLst>
          </a:custGeom>
          <a:noFill/>
          <a:ln w="68580">
            <a:solidFill>
              <a:srgbClr val="8FC1E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59940" y="1358802"/>
            <a:ext cx="137160" cy="137160"/>
          </a:xfrm>
          <a:prstGeom prst="ellipse">
            <a:avLst/>
          </a:prstGeom>
          <a:solidFill>
            <a:srgbClr val="8FC1E0">
              <a:alpha val="1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01168" y="18288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b="1" spc="150" kern="0" dirty="0">
                <a:solidFill>
                  <a:srgbClr val="8FC1E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</a:t>
            </a:r>
            <a:endParaRPr lang="en-US" sz="550" dirty="0"/>
          </a:p>
        </p:txBody>
      </p:sp>
      <p:sp>
        <p:nvSpPr>
          <p:cNvPr id="6" name="Text 4"/>
          <p:cNvSpPr txBox="1"/>
          <p:nvPr/>
        </p:nvSpPr>
        <p:spPr>
          <a:xfrm>
            <a:off x="201168" y="38404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Francisco Salvadores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01168" y="548640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b="1" dirty="0">
                <a:solidFill>
                  <a:srgbClr val="8FC1E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Director Operativo</a:t>
            </a:r>
            <a:endParaRPr lang="en-US" sz="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749808"/>
            <a:ext cx="100584" cy="1005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38328" y="731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Ingeniero Ambiental</a:t>
            </a:r>
            <a:endParaRPr lang="en-US" sz="55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550" dirty="0">
                <a:solidFill>
                  <a:srgbClr val="C9D3E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Universidad Nacional del Litoral</a:t>
            </a:r>
            <a:endParaRPr lang="en-US" sz="550" dirty="0"/>
          </a:p>
        </p:txBody>
      </p:sp>
      <p:sp>
        <p:nvSpPr>
          <p:cNvPr id="10" name="Text 7"/>
          <p:cNvSpPr txBox="1"/>
          <p:nvPr/>
        </p:nvSpPr>
        <p:spPr>
          <a:xfrm>
            <a:off x="1719072" y="38404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Luca Parquet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719072" y="548640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b="1" dirty="0">
                <a:solidFill>
                  <a:srgbClr val="8FC1E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Director de SIG y Modelado</a:t>
            </a:r>
            <a:endParaRPr lang="en-US" sz="5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072" y="749808"/>
            <a:ext cx="100584" cy="1005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56232" y="731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Ingénieur — École des Ponts ParisTech, Francia</a:t>
            </a:r>
            <a:endParaRPr lang="en-US" sz="55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550" dirty="0">
                <a:solidFill>
                  <a:srgbClr val="C9D3E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Ingeniero en Recursos Hídricos, UNL</a:t>
            </a:r>
            <a:endParaRPr lang="en-US" sz="550" dirty="0"/>
          </a:p>
        </p:txBody>
      </p:sp>
      <p:sp>
        <p:nvSpPr>
          <p:cNvPr id="14" name="Text 10"/>
          <p:cNvSpPr txBox="1"/>
          <p:nvPr/>
        </p:nvSpPr>
        <p:spPr>
          <a:xfrm>
            <a:off x="201168" y="1498248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C9D3E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contacto@vaguada.com   ·   +54 3804 49-4798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VAGUADA — Tarjeta</dc:title>
  <dc:subject>PptxGenJS Presentation</dc:subject>
  <dc:creator>PptxGenJS</dc:creator>
  <cp:lastModifiedBy>PptxGenJS</cp:lastModifiedBy>
  <cp:revision>1</cp:revision>
  <dcterms:created xsi:type="dcterms:W3CDTF">2026-09-27T04:05:31Z</dcterms:created>
  <dcterms:modified xsi:type="dcterms:W3CDTF">2026-09-27T04:05:31Z</dcterms:modified>
</cp:coreProperties>
</file>